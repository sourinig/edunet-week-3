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3EE6A9-52AB-4F69-B102-BF7395E028AD}" v="2" dt="2025-11-10T16:40:21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26" Type="http://schemas.microsoft.com/office/2015/10/relationships/revisionInfo" Target="revisionInfo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am Balachandramohanreddy" userId="a40b44918e06a9f8" providerId="LiveId" clId="{7BCB6AF7-E5C5-4ACC-B5F3-7B8A39A7533F}"/>
    <pc:docChg chg="undo custSel modSld">
      <pc:chgData name="Jangam Balachandramohanreddy" userId="a40b44918e06a9f8" providerId="LiveId" clId="{7BCB6AF7-E5C5-4ACC-B5F3-7B8A39A7533F}" dt="2025-11-10T17:07:09.599" v="87" actId="14100"/>
      <pc:docMkLst>
        <pc:docMk/>
      </pc:docMkLst>
      <pc:sldChg chg="modSp mod">
        <pc:chgData name="Jangam Balachandramohanreddy" userId="a40b44918e06a9f8" providerId="LiveId" clId="{7BCB6AF7-E5C5-4ACC-B5F3-7B8A39A7533F}" dt="2025-11-10T16:38:26.747" v="1" actId="13926"/>
        <pc:sldMkLst>
          <pc:docMk/>
          <pc:sldMk cId="367127615" sldId="256"/>
        </pc:sldMkLst>
        <pc:spChg chg="mod">
          <ac:chgData name="Jangam Balachandramohanreddy" userId="a40b44918e06a9f8" providerId="LiveId" clId="{7BCB6AF7-E5C5-4ACC-B5F3-7B8A39A7533F}" dt="2025-11-10T16:38:26.747" v="1" actId="13926"/>
          <ac:spMkLst>
            <pc:docMk/>
            <pc:sldMk cId="367127615" sldId="256"/>
            <ac:spMk id="5" creationId="{D5067E9C-C7B9-4476-9708-CBB3F66FD892}"/>
          </ac:spMkLst>
        </pc:spChg>
      </pc:sldChg>
      <pc:sldChg chg="addSp modSp mod">
        <pc:chgData name="Jangam Balachandramohanreddy" userId="a40b44918e06a9f8" providerId="LiveId" clId="{7BCB6AF7-E5C5-4ACC-B5F3-7B8A39A7533F}" dt="2025-11-10T16:40:21.610" v="9"/>
        <pc:sldMkLst>
          <pc:docMk/>
          <pc:sldMk cId="2932052481" sldId="257"/>
        </pc:sldMkLst>
        <pc:spChg chg="add mod">
          <ac:chgData name="Jangam Balachandramohanreddy" userId="a40b44918e06a9f8" providerId="LiveId" clId="{7BCB6AF7-E5C5-4ACC-B5F3-7B8A39A7533F}" dt="2025-11-10T16:40:21.610" v="9"/>
          <ac:spMkLst>
            <pc:docMk/>
            <pc:sldMk cId="2932052481" sldId="257"/>
            <ac:spMk id="9" creationId="{B3649B12-CA89-9D22-DBC3-AA8341B88AA8}"/>
          </ac:spMkLst>
        </pc:spChg>
      </pc:sldChg>
      <pc:sldChg chg="addSp modSp mod">
        <pc:chgData name="Jangam Balachandramohanreddy" userId="a40b44918e06a9f8" providerId="LiveId" clId="{7BCB6AF7-E5C5-4ACC-B5F3-7B8A39A7533F}" dt="2025-11-10T16:40:46.375" v="21" actId="20577"/>
        <pc:sldMkLst>
          <pc:docMk/>
          <pc:sldMk cId="564571264" sldId="258"/>
        </pc:sldMkLst>
        <pc:spChg chg="add mod">
          <ac:chgData name="Jangam Balachandramohanreddy" userId="a40b44918e06a9f8" providerId="LiveId" clId="{7BCB6AF7-E5C5-4ACC-B5F3-7B8A39A7533F}" dt="2025-11-10T16:40:46.375" v="21" actId="20577"/>
          <ac:spMkLst>
            <pc:docMk/>
            <pc:sldMk cId="564571264" sldId="258"/>
            <ac:spMk id="4" creationId="{DB63A196-874B-1B21-B552-554D887C5A0C}"/>
          </ac:spMkLst>
        </pc:spChg>
      </pc:sldChg>
      <pc:sldChg chg="addSp modSp mod">
        <pc:chgData name="Jangam Balachandramohanreddy" userId="a40b44918e06a9f8" providerId="LiveId" clId="{7BCB6AF7-E5C5-4ACC-B5F3-7B8A39A7533F}" dt="2025-11-10T16:41:17.700" v="26" actId="255"/>
        <pc:sldMkLst>
          <pc:docMk/>
          <pc:sldMk cId="2706790016" sldId="259"/>
        </pc:sldMkLst>
        <pc:spChg chg="add mod">
          <ac:chgData name="Jangam Balachandramohanreddy" userId="a40b44918e06a9f8" providerId="LiveId" clId="{7BCB6AF7-E5C5-4ACC-B5F3-7B8A39A7533F}" dt="2025-11-10T16:41:17.700" v="26" actId="255"/>
          <ac:spMkLst>
            <pc:docMk/>
            <pc:sldMk cId="2706790016" sldId="259"/>
            <ac:spMk id="4" creationId="{F0248AA6-917E-4465-8830-D638BD814BDB}"/>
          </ac:spMkLst>
        </pc:spChg>
      </pc:sldChg>
      <pc:sldChg chg="addSp modSp mod">
        <pc:chgData name="Jangam Balachandramohanreddy" userId="a40b44918e06a9f8" providerId="LiveId" clId="{7BCB6AF7-E5C5-4ACC-B5F3-7B8A39A7533F}" dt="2025-11-10T16:41:48.305" v="32" actId="14100"/>
        <pc:sldMkLst>
          <pc:docMk/>
          <pc:sldMk cId="31965923" sldId="260"/>
        </pc:sldMkLst>
        <pc:spChg chg="add mod">
          <ac:chgData name="Jangam Balachandramohanreddy" userId="a40b44918e06a9f8" providerId="LiveId" clId="{7BCB6AF7-E5C5-4ACC-B5F3-7B8A39A7533F}" dt="2025-11-10T16:41:48.305" v="32" actId="14100"/>
          <ac:spMkLst>
            <pc:docMk/>
            <pc:sldMk cId="31965923" sldId="260"/>
            <ac:spMk id="4" creationId="{70807DA9-2B5F-6C47-C756-0C70BFC7E2B4}"/>
          </ac:spMkLst>
        </pc:spChg>
      </pc:sldChg>
      <pc:sldChg chg="addSp modSp mod">
        <pc:chgData name="Jangam Balachandramohanreddy" userId="a40b44918e06a9f8" providerId="LiveId" clId="{7BCB6AF7-E5C5-4ACC-B5F3-7B8A39A7533F}" dt="2025-11-10T16:42:11.422" v="35" actId="255"/>
        <pc:sldMkLst>
          <pc:docMk/>
          <pc:sldMk cId="3002968868" sldId="261"/>
        </pc:sldMkLst>
        <pc:spChg chg="add mod">
          <ac:chgData name="Jangam Balachandramohanreddy" userId="a40b44918e06a9f8" providerId="LiveId" clId="{7BCB6AF7-E5C5-4ACC-B5F3-7B8A39A7533F}" dt="2025-11-10T16:42:11.422" v="35" actId="255"/>
          <ac:spMkLst>
            <pc:docMk/>
            <pc:sldMk cId="3002968868" sldId="261"/>
            <ac:spMk id="4" creationId="{787688F8-4EF2-2CB7-656E-97450FBE47CB}"/>
          </ac:spMkLst>
        </pc:spChg>
      </pc:sldChg>
      <pc:sldChg chg="addSp modSp mod">
        <pc:chgData name="Jangam Balachandramohanreddy" userId="a40b44918e06a9f8" providerId="LiveId" clId="{7BCB6AF7-E5C5-4ACC-B5F3-7B8A39A7533F}" dt="2025-11-10T16:42:44.357" v="38" actId="255"/>
        <pc:sldMkLst>
          <pc:docMk/>
          <pc:sldMk cId="151988358" sldId="262"/>
        </pc:sldMkLst>
        <pc:spChg chg="add mod">
          <ac:chgData name="Jangam Balachandramohanreddy" userId="a40b44918e06a9f8" providerId="LiveId" clId="{7BCB6AF7-E5C5-4ACC-B5F3-7B8A39A7533F}" dt="2025-11-10T16:42:44.357" v="38" actId="255"/>
          <ac:spMkLst>
            <pc:docMk/>
            <pc:sldMk cId="151988358" sldId="262"/>
            <ac:spMk id="4" creationId="{408887F1-7701-BA7F-DAFB-70EA9BF85413}"/>
          </ac:spMkLst>
        </pc:spChg>
      </pc:sldChg>
      <pc:sldChg chg="addSp delSp modSp mod">
        <pc:chgData name="Jangam Balachandramohanreddy" userId="a40b44918e06a9f8" providerId="LiveId" clId="{7BCB6AF7-E5C5-4ACC-B5F3-7B8A39A7533F}" dt="2025-11-10T17:07:09.599" v="87" actId="14100"/>
        <pc:sldMkLst>
          <pc:docMk/>
          <pc:sldMk cId="1635949419" sldId="263"/>
        </pc:sldMkLst>
        <pc:picChg chg="add del mod">
          <ac:chgData name="Jangam Balachandramohanreddy" userId="a40b44918e06a9f8" providerId="LiveId" clId="{7BCB6AF7-E5C5-4ACC-B5F3-7B8A39A7533F}" dt="2025-11-10T17:07:09.599" v="87" actId="14100"/>
          <ac:picMkLst>
            <pc:docMk/>
            <pc:sldMk cId="1635949419" sldId="263"/>
            <ac:picMk id="4" creationId="{F539FC49-FD0C-ED58-3B60-C489AA07DB9A}"/>
          </ac:picMkLst>
        </pc:picChg>
        <pc:picChg chg="add mod">
          <ac:chgData name="Jangam Balachandramohanreddy" userId="a40b44918e06a9f8" providerId="LiveId" clId="{7BCB6AF7-E5C5-4ACC-B5F3-7B8A39A7533F}" dt="2025-11-10T17:07:03.798" v="85" actId="1076"/>
          <ac:picMkLst>
            <pc:docMk/>
            <pc:sldMk cId="1635949419" sldId="263"/>
            <ac:picMk id="6" creationId="{73F63CE6-8DE5-269F-67A2-60A2A48D7E46}"/>
          </ac:picMkLst>
        </pc:picChg>
        <pc:picChg chg="add del">
          <ac:chgData name="Jangam Balachandramohanreddy" userId="a40b44918e06a9f8" providerId="LiveId" clId="{7BCB6AF7-E5C5-4ACC-B5F3-7B8A39A7533F}" dt="2025-11-10T17:05:47.889" v="50" actId="22"/>
          <ac:picMkLst>
            <pc:docMk/>
            <pc:sldMk cId="1635949419" sldId="263"/>
            <ac:picMk id="8" creationId="{E7BD1013-ED9C-A9D5-3640-B0D408F64C72}"/>
          </ac:picMkLst>
        </pc:picChg>
        <pc:picChg chg="add del">
          <ac:chgData name="Jangam Balachandramohanreddy" userId="a40b44918e06a9f8" providerId="LiveId" clId="{7BCB6AF7-E5C5-4ACC-B5F3-7B8A39A7533F}" dt="2025-11-10T17:06:02.646" v="55" actId="22"/>
          <ac:picMkLst>
            <pc:docMk/>
            <pc:sldMk cId="1635949419" sldId="263"/>
            <ac:picMk id="10" creationId="{F90800F6-4AE9-8EEB-28F7-30B606F95BCA}"/>
          </ac:picMkLst>
        </pc:picChg>
        <pc:picChg chg="add del mod">
          <ac:chgData name="Jangam Balachandramohanreddy" userId="a40b44918e06a9f8" providerId="LiveId" clId="{7BCB6AF7-E5C5-4ACC-B5F3-7B8A39A7533F}" dt="2025-11-10T17:06:34.647" v="72" actId="22"/>
          <ac:picMkLst>
            <pc:docMk/>
            <pc:sldMk cId="1635949419" sldId="263"/>
            <ac:picMk id="12" creationId="{0B89D573-33A5-6086-FAC9-6CEA0DFD988B}"/>
          </ac:picMkLst>
        </pc:picChg>
        <pc:picChg chg="add mod">
          <ac:chgData name="Jangam Balachandramohanreddy" userId="a40b44918e06a9f8" providerId="LiveId" clId="{7BCB6AF7-E5C5-4ACC-B5F3-7B8A39A7533F}" dt="2025-11-10T17:06:55.556" v="82" actId="1076"/>
          <ac:picMkLst>
            <pc:docMk/>
            <pc:sldMk cId="1635949419" sldId="263"/>
            <ac:picMk id="14" creationId="{5D3C4366-5EB6-550D-6AAD-B8B57979336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600" dirty="0">
                <a:highlight>
                  <a:srgbClr val="FFFF00"/>
                </a:highlight>
              </a:rPr>
              <a:t>Electric Vehicle Charging Analysis</a:t>
            </a:r>
            <a:endParaRPr lang="en-US" sz="3600" b="1" dirty="0">
              <a:solidFill>
                <a:schemeClr val="bg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649B12-CA89-9D22-DBC3-AA8341B88AA8}"/>
              </a:ext>
            </a:extLst>
          </p:cNvPr>
          <p:cNvSpPr txBox="1"/>
          <p:nvPr/>
        </p:nvSpPr>
        <p:spPr>
          <a:xfrm>
            <a:off x="191911" y="1764636"/>
            <a:ext cx="864728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• Understand EV charging patterns</a:t>
            </a:r>
            <a:br>
              <a:rPr lang="en-IN" sz="2800" dirty="0"/>
            </a:br>
            <a:r>
              <a:rPr lang="en-IN" sz="2800" dirty="0"/>
              <a:t>• </a:t>
            </a:r>
            <a:r>
              <a:rPr lang="en-IN" sz="2800" dirty="0" err="1"/>
              <a:t>Analyze</a:t>
            </a:r>
            <a:r>
              <a:rPr lang="en-IN" sz="2800" dirty="0"/>
              <a:t> charging session data to find usage trends</a:t>
            </a:r>
            <a:br>
              <a:rPr lang="en-IN" sz="2800" dirty="0"/>
            </a:br>
            <a:r>
              <a:rPr lang="en-IN" sz="2800" dirty="0"/>
              <a:t>• Apply Python for data cleaning and processing</a:t>
            </a:r>
            <a:br>
              <a:rPr lang="en-IN" sz="2800" dirty="0"/>
            </a:br>
            <a:r>
              <a:rPr lang="en-IN" sz="2800" dirty="0"/>
              <a:t>• Visualize charge-wise distribution using charts</a:t>
            </a:r>
            <a:br>
              <a:rPr lang="en-IN" sz="2800" dirty="0"/>
            </a:br>
            <a:r>
              <a:rPr lang="en-IN" sz="2800" dirty="0"/>
              <a:t>• Learn data driven insights for EV infrastructure planning</a:t>
            </a:r>
          </a:p>
          <a:p>
            <a:r>
              <a:rPr lang="en-US" sz="2800" b="1" dirty="0"/>
              <a:t>✅ Goal</a:t>
            </a:r>
          </a:p>
          <a:p>
            <a:r>
              <a:rPr lang="en-US" sz="2800" dirty="0"/>
              <a:t>The goal of this project is to analyze EV vehicle charge-wise data and understand how users behave while charging their vehicles.</a:t>
            </a:r>
          </a:p>
          <a:p>
            <a:pPr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3A196-874B-1B21-B552-554D887C5A0C}"/>
              </a:ext>
            </a:extLst>
          </p:cNvPr>
          <p:cNvSpPr txBox="1"/>
          <p:nvPr/>
        </p:nvSpPr>
        <p:spPr>
          <a:xfrm>
            <a:off x="304800" y="1892969"/>
            <a:ext cx="883518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• Python</a:t>
            </a:r>
            <a:br>
              <a:rPr lang="en-IN" sz="2800" dirty="0"/>
            </a:br>
            <a:r>
              <a:rPr lang="en-IN" sz="2800" dirty="0"/>
              <a:t>• Pandas</a:t>
            </a:r>
            <a:br>
              <a:rPr lang="en-IN" sz="2800" dirty="0"/>
            </a:br>
            <a:r>
              <a:rPr lang="en-IN" sz="2800" dirty="0"/>
              <a:t>• Matplotlib / Seaborn</a:t>
            </a:r>
            <a:br>
              <a:rPr lang="en-IN" sz="2800" dirty="0"/>
            </a:br>
            <a:r>
              <a:rPr lang="en-IN" sz="2800" dirty="0"/>
              <a:t>• </a:t>
            </a:r>
            <a:r>
              <a:rPr lang="en-IN" sz="2800" dirty="0" err="1"/>
              <a:t>Jupyter</a:t>
            </a:r>
            <a:r>
              <a:rPr lang="en-IN" sz="2800" dirty="0"/>
              <a:t> </a:t>
            </a:r>
            <a:br>
              <a:rPr lang="en-IN" sz="2800" dirty="0"/>
            </a:br>
            <a:r>
              <a:rPr lang="en-IN" sz="2800" dirty="0"/>
              <a:t>• CSV dataset (EV charge wise data)</a:t>
            </a: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48AA6-917E-4465-8830-D638BD814BDB}"/>
              </a:ext>
            </a:extLst>
          </p:cNvPr>
          <p:cNvSpPr txBox="1"/>
          <p:nvPr/>
        </p:nvSpPr>
        <p:spPr>
          <a:xfrm>
            <a:off x="268356" y="1764632"/>
            <a:ext cx="88716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800" dirty="0"/>
              <a:t>Dataset loading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Data cleaning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Feature processing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Charge level categorization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Visualization of charge usage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Insight generation</a:t>
            </a: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807DA9-2B5F-6C47-C756-0C70BFC7E2B4}"/>
              </a:ext>
            </a:extLst>
          </p:cNvPr>
          <p:cNvSpPr txBox="1"/>
          <p:nvPr/>
        </p:nvSpPr>
        <p:spPr>
          <a:xfrm>
            <a:off x="255104" y="1454522"/>
            <a:ext cx="107016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With the increase in EV adoption, it is important to understand how vehicles are being charged.</a:t>
            </a:r>
            <a:br>
              <a:rPr lang="en-US" sz="2800" dirty="0"/>
            </a:br>
            <a:r>
              <a:rPr lang="en-US" sz="2800" dirty="0"/>
              <a:t>The challenge is to analyze charging patterns and identify how often users charge at different levels.</a:t>
            </a: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688F8-4EF2-2CB7-656E-97450FBE47CB}"/>
              </a:ext>
            </a:extLst>
          </p:cNvPr>
          <p:cNvSpPr txBox="1"/>
          <p:nvPr/>
        </p:nvSpPr>
        <p:spPr>
          <a:xfrm>
            <a:off x="898358" y="1876927"/>
            <a:ext cx="824163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Used Python to load and preprocess EV charging data</a:t>
            </a:r>
            <a:br>
              <a:rPr lang="en-US" sz="2400" dirty="0"/>
            </a:br>
            <a:r>
              <a:rPr lang="en-US" sz="2400" dirty="0"/>
              <a:t>• Segmented the charging records into specific charge-wise categories</a:t>
            </a:r>
            <a:br>
              <a:rPr lang="en-US" sz="2400" dirty="0"/>
            </a:br>
            <a:r>
              <a:rPr lang="en-US" sz="2400" dirty="0"/>
              <a:t>• Visualized the distribution to identify which charge levels are most commonly used</a:t>
            </a:r>
            <a:br>
              <a:rPr lang="en-US" sz="2400" dirty="0"/>
            </a:br>
            <a:r>
              <a:rPr lang="en-US" sz="2400" dirty="0"/>
              <a:t>• Generated insights to help optimize charging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39FC49-FD0C-ED58-3B60-C489AA07D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15" y="1534098"/>
            <a:ext cx="4582096" cy="1623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F63CE6-8DE5-269F-67A2-60A2A48D7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788" y="715906"/>
            <a:ext cx="3656108" cy="27130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D3C4366-5EB6-550D-6AAD-B8B579793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415" y="3699906"/>
            <a:ext cx="5656805" cy="315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8887F1-7701-BA7F-DAFB-70EA9BF85413}"/>
              </a:ext>
            </a:extLst>
          </p:cNvPr>
          <p:cNvSpPr txBox="1"/>
          <p:nvPr/>
        </p:nvSpPr>
        <p:spPr>
          <a:xfrm>
            <a:off x="625642" y="2021305"/>
            <a:ext cx="851434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This project successfully analyzes electric vehicle charging behavior using Python.</a:t>
            </a:r>
            <a:br>
              <a:rPr lang="en-US" sz="2400" dirty="0"/>
            </a:br>
            <a:r>
              <a:rPr lang="en-US" sz="2400" dirty="0"/>
              <a:t>The insights help understand which charge levels are most preferred and support data-driven planning for EV charging stations.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38</TotalTime>
  <Words>244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Jangam Balachandramohanreddy</cp:lastModifiedBy>
  <cp:revision>3</cp:revision>
  <dcterms:created xsi:type="dcterms:W3CDTF">2024-12-31T09:40:01Z</dcterms:created>
  <dcterms:modified xsi:type="dcterms:W3CDTF">2025-11-10T17:07:14Z</dcterms:modified>
</cp:coreProperties>
</file>